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67EEA">
              <a:alpha val="15000"/>
            </a:srgbClr>
          </a:solidFill>
          <a:ln w="12700">
            <a:solidFill>
              <a:srgbClr val="667EE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548640"/>
            <a:ext cx="6400800" cy="4023360"/>
          </a:xfrm>
          <a:prstGeom prst="roundRect">
            <a:avLst>
              <a:gd name="adj" fmla="val 3409"/>
            </a:avLst>
          </a:prstGeom>
          <a:solidFill>
            <a:srgbClr val="1A1A3E">
              <a:alpha val="80000"/>
            </a:srgbClr>
          </a:solidFill>
          <a:ln/>
          <a:effectLst>
            <a:outerShdw sx="100000" sy="100000" kx="0" ky="0" algn="bl" rotWithShape="0" blurRad="381000" dist="101600" dir="27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0" y="868680"/>
            <a:ext cx="1280160" cy="9144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822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Application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User Roles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Node.js  •  Socket.IO  •  MongoDB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5204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667EEA">
              <a:alpha val="30000"/>
            </a:srgbClr>
          </a:solidFill>
          <a:ln w="12700">
            <a:solidFill>
              <a:srgbClr val="667EE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Etipakulu  |  Mini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667EEA">
              <a:alpha val="12000"/>
            </a:srgbClr>
          </a:solidFill>
          <a:ln w="12700">
            <a:solidFill>
              <a:srgbClr val="667EE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>
              <a:alpha val="60000"/>
            </a:srgbClr>
          </a:solidFill>
          <a:ln w="12700">
            <a:solidFill>
              <a:srgbClr val="667EE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Real-Time Communication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apps require page refresh to see new messages, causing delays.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User Role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have same permissions — no way to control who can delete or manage.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Secure Authentication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lack proper JWT-based login and session management.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Persistent Chat History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lost when users refresh the page — no database storage.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>
              <a:alpha val="60000"/>
            </a:srgbClr>
          </a:solidFill>
          <a:ln w="12700">
            <a:solidFill>
              <a:srgbClr val="667EE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61DAFB">
              <a:alpha val="25000"/>
            </a:srgbClr>
          </a:solidFill>
          <a:ln w="12700">
            <a:solidFill>
              <a:srgbClr val="61DAF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Chat, Admin Dashboard components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68A063">
              <a:alpha val="25000"/>
            </a:srgbClr>
          </a:solidFill>
          <a:ln w="12700">
            <a:solidFill>
              <a:srgbClr val="68A06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Auth, User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667EEA">
              <a:alpha val="25000"/>
            </a:srgbClr>
          </a:solidFill>
          <a:ln w="12700">
            <a:solidFill>
              <a:srgbClr val="667EE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messaging, typing indicators, rooms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88036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4DB33D">
              <a:alpha val="25000"/>
            </a:srgbClr>
          </a:solidFill>
          <a:ln w="12700">
            <a:solidFill>
              <a:srgbClr val="4DB33D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messages, roles persistently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8036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F9F27">
              <a:alpha val="25000"/>
            </a:srgbClr>
          </a:solidFill>
          <a:ln w="12700">
            <a:solidFill>
              <a:srgbClr val="EF9F2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login, role-based access control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667EEA">
              <a:alpha val="12000"/>
            </a:srgbClr>
          </a:solidFill>
          <a:ln w="12700">
            <a:solidFill>
              <a:srgbClr val="667EE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>
              <a:alpha val="60000"/>
            </a:srgbClr>
          </a:solidFill>
          <a:ln w="12700">
            <a:solidFill>
              <a:srgbClr val="667EE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E24B4A">
              <a:alpha val="30000"/>
            </a:srgbClr>
          </a:solidFill>
          <a:ln w="1270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Delete any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user roles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EF9F27">
              <a:alpha val="30000"/>
            </a:srgbClr>
          </a:solidFill>
          <a:ln w="12700">
            <a:solidFill>
              <a:srgbClr val="EF9F27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Moderator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Delete spam messages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 chat rooms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Mute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Limited 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A1A3E"/>
          </a:solidFill>
          <a:ln/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14300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4CAF50">
              <a:alpha val="3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Send messages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chat rooms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history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chat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667EEA">
              <a:alpha val="12000"/>
            </a:srgbClr>
          </a:solidFill>
          <a:ln w="12700">
            <a:solidFill>
              <a:srgbClr val="667EE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667EEA">
              <a:alpha val="60000"/>
            </a:srgbClr>
          </a:solidFill>
          <a:ln w="12700">
            <a:solidFill>
              <a:srgbClr val="667EE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A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Real-time messaging using Socket.IO WebSockets — instant, no page refresh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A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556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Role-based access control — Admin, Moderator, User with different permissions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A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50545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Secure JWT authentication with bcrypt password hashing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A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2552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Persistent chat history stored in MongoDB — messages survive refresh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A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050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Multiple chat rooms (#general, #tech, #random) with online user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663440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667EEA">
              <a:alpha val="25000"/>
            </a:srgbClr>
          </a:solidFill>
          <a:ln w="12700">
            <a:solidFill>
              <a:srgbClr val="667EE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Node.js  •  Express  •  Socket.IO  •  MongoDB  •  JWT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Chat Application with User Roles</dc:title>
  <dc:subject>PptxGenJS Presentation</dc:subject>
  <dc:creator>Adarsh Etipakulu</dc:creator>
  <cp:lastModifiedBy>Adarsh Etipakulu</cp:lastModifiedBy>
  <cp:revision>1</cp:revision>
  <dcterms:created xsi:type="dcterms:W3CDTF">2026-06-15T10:40:25Z</dcterms:created>
  <dcterms:modified xsi:type="dcterms:W3CDTF">2026-06-15T10:40:25Z</dcterms:modified>
</cp:coreProperties>
</file>